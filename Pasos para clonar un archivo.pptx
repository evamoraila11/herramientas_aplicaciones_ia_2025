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23166-209A-F915-3622-1A5382515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AF312-C8C7-2511-AEAC-82F7A8000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54D4E2-8A73-E50E-EA3D-6FD205E9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6130-D097-4D7B-92D8-C9DE86F64A36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1770E6-66A6-049D-8CFA-BADB580A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23666D-E78B-492D-483C-BDD542DF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0DCC-9396-43F6-8353-6D34F1E24F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468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D175A-40AD-992E-0892-FDB9D179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8243F-F906-EDD1-1B35-305C26045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36B152-0928-B6D5-C643-C85797759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6130-D097-4D7B-92D8-C9DE86F64A36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C71B89-96BC-F6EE-CCCF-3998A40B6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B95B24-DEDF-89E3-DB7F-9AA85AAB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0DCC-9396-43F6-8353-6D34F1E24F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8472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14274-F9BA-38E1-8B6D-3896B4174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A4F84F-53CF-43BD-3BC2-003E1AEDF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7BEDAB-C5B2-E7C8-0AFA-66743B5F8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6130-D097-4D7B-92D8-C9DE86F64A36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FFEBC1-F3FF-3605-0D1B-812614107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58F0F3-CA29-7060-2A30-C975070F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0DCC-9396-43F6-8353-6D34F1E24F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3429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514FD-B7CA-75AE-73C2-831F6ECE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50DB1B-064B-EF1D-5D00-F18BD124E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C032B1-2C2B-75B4-A76A-DA08A8B41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03ACD6-1252-10E7-6B30-5DBE3DDC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6130-D097-4D7B-92D8-C9DE86F64A36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1C55CA-F26B-1DC9-632C-7FF73FF2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41B996-25D2-B30A-8F5B-CC33D2F7E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0DCC-9396-43F6-8353-6D34F1E24F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436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E7E31-5E22-2D8C-70D2-B3DE2CF2B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D937EA-EA17-1960-0444-044232046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92B8E8-943C-5AB7-12DE-C0C6866C7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76FB21-8349-E3D9-332B-2C9CB713B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9815BE5-27EF-9248-9E4D-CCA2B57E8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8F3F8A-E5ED-8783-285C-815D8C408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6130-D097-4D7B-92D8-C9DE86F64A36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AD5E4A-EEB7-5973-E15D-A9630E848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E89451-A988-FCD9-9370-71A0859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0DCC-9396-43F6-8353-6D34F1E24F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058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B637A-C410-793B-37E7-C0EE8A6A9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DDBB8A6-CB29-113A-61E2-2B62FC92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6130-D097-4D7B-92D8-C9DE86F64A36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E8D843-D9E7-3F83-1026-092340DDD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D875C4-F402-78C3-57A4-E96A7CCA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0DCC-9396-43F6-8353-6D34F1E24F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7757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63B9383-C77E-C573-922A-125F061D4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6130-D097-4D7B-92D8-C9DE86F64A36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6D607C-47CA-37E9-58B2-39862AE88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40D912-8D1B-A120-BB67-A303699B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0DCC-9396-43F6-8353-6D34F1E24F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4373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6289B-D267-961C-4858-E271593A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4290FB-E43F-5DBA-A87F-956D39A96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56EBF9-5084-9F16-E6F6-38EBD2265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A85472-5B62-AF17-D86B-FCD8942C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6130-D097-4D7B-92D8-C9DE86F64A36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425BDC-DDEF-D339-84D8-27736959B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F644F0-8BD8-87C8-06A0-FFF1D2A8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0DCC-9396-43F6-8353-6D34F1E24F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765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262CC-DB11-0FBD-9D70-2C5C787C2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0A5B6C0-350E-74D5-69DE-6BB037750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FB20B9-CB75-55F8-A81E-B087A0691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56A1BE-4497-5C5C-7A4C-793F7B252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6130-D097-4D7B-92D8-C9DE86F64A36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DCF923-46D6-8B42-39CD-CAFBD8AFA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966A8B-1E70-B0A8-152A-99FEB1D6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0DCC-9396-43F6-8353-6D34F1E24F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903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07CA8-6706-3FFE-6A64-891BC7229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2C30F4-C7B6-39C1-0E83-B5777B897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8E77B0-7E30-40A5-B211-29C3376D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6130-D097-4D7B-92D8-C9DE86F64A36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4FD545-53D2-914A-8181-C359F725D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B82D71-A508-D23B-FD8D-36C71B01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0DCC-9396-43F6-8353-6D34F1E24F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75343F-C4F3-FD15-08ED-913E4280CB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6EB964-1926-6F22-D0F4-CEA1C2915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AA1899-3527-7DD9-11AD-A07DFCCF1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6130-D097-4D7B-92D8-C9DE86F64A36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870784-BA71-B707-8CBE-D15EEC44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C194AD-69E0-F40F-B0D8-20D28DF5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0DCC-9396-43F6-8353-6D34F1E24F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768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2375E6D-E02E-1536-492B-D2836D0A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D5BF1C-9A44-ADB6-EB64-82531F14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723822-203C-93BF-7786-D3E66E720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96130-D097-4D7B-92D8-C9DE86F64A36}" type="datetimeFigureOut">
              <a:rPr lang="es-MX" smtClean="0"/>
              <a:t>21/11/2025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FE158E-D6FE-FCF1-E440-56D6F17D9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38BB76-F338-D1E6-5B5E-938AFB927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60DCC-9396-43F6-8353-6D34F1E24F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8982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C5109-5C69-C01D-C256-F683E31831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Pasos para clonar un archivo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F573A0-8BB4-4107-3E8A-025930F834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Usando </a:t>
            </a:r>
            <a:r>
              <a:rPr lang="es-MX" dirty="0" err="1"/>
              <a:t>jupiter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3418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71657-13D4-C2D8-15AD-43802187E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6D36346-5A18-19C6-BF18-62D70B061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30" y="1200764"/>
            <a:ext cx="12146470" cy="529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4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DE3B6-241B-A0A0-620F-71784CF09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C98036-112B-1684-2061-CE2431933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cd Herramientas_Aplicaciones_IA_2025</a:t>
            </a:r>
          </a:p>
          <a:p>
            <a:r>
              <a:rPr lang="es-MX" dirty="0" err="1"/>
              <a:t>git</a:t>
            </a:r>
            <a:r>
              <a:rPr lang="es-MX" dirty="0"/>
              <a:t> </a:t>
            </a:r>
            <a:r>
              <a:rPr lang="es-MX" dirty="0" err="1"/>
              <a:t>pull</a:t>
            </a:r>
            <a:endParaRPr lang="es-MX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391243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</Words>
  <Application>Microsoft Office PowerPoint</Application>
  <PresentationFormat>Panorámica</PresentationFormat>
  <Paragraphs>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Pasos para clonar un archivo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 Consuelo Moraila Lopez</dc:creator>
  <cp:lastModifiedBy>Eva Consuelo Moraila Lopez</cp:lastModifiedBy>
  <cp:revision>1</cp:revision>
  <dcterms:created xsi:type="dcterms:W3CDTF">2025-11-21T21:29:41Z</dcterms:created>
  <dcterms:modified xsi:type="dcterms:W3CDTF">2025-11-21T21:34:50Z</dcterms:modified>
</cp:coreProperties>
</file>